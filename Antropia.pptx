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1bf8bb2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1bf8bb2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bf8bb29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bf8bb29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bf8bb29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1bf8bb2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1bf8bb29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1bf8bb29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1bf8bb2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1bf8bb2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bf8bb29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1bf8bb29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1bf8bb29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1bf8bb29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21850" y="1786800"/>
            <a:ext cx="450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9000">
                <a:solidFill>
                  <a:schemeClr val="dk2"/>
                </a:solidFill>
              </a:rPr>
              <a:t>Antropia</a:t>
            </a:r>
            <a:endParaRPr sz="9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01075" y="3356700"/>
            <a:ext cx="47400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400">
                <a:solidFill>
                  <a:schemeClr val="dk2"/>
                </a:solidFill>
              </a:rPr>
              <a:t>	</a:t>
            </a:r>
            <a:br>
              <a:rPr lang="bg" sz="2400">
                <a:solidFill>
                  <a:schemeClr val="dk2"/>
                </a:solidFill>
              </a:rPr>
            </a:br>
            <a:r>
              <a:rPr lang="bg" sz="2400">
                <a:solidFill>
                  <a:schemeClr val="dk2"/>
                </a:solidFill>
              </a:rPr>
              <a:t>Димитър Маринов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33675" y="3216575"/>
            <a:ext cx="1580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" sz="2400">
                <a:solidFill>
                  <a:schemeClr val="dk2"/>
                </a:solidFill>
              </a:rPr>
              <a:t>от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855850" y="1922550"/>
            <a:ext cx="38193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8200">
                <a:solidFill>
                  <a:schemeClr val="dk2"/>
                </a:solidFill>
              </a:rPr>
              <a:t>Сюжет</a:t>
            </a:r>
            <a:endParaRPr sz="8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Screenshot 2025-12-18 2345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717" y="0"/>
            <a:ext cx="706456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Screenshot 2025-12-18 2345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663" y="110476"/>
            <a:ext cx="7358675" cy="49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25" y="662825"/>
            <a:ext cx="8320950" cy="38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Screenshot 2025-12-18 2326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88" y="0"/>
            <a:ext cx="854503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Screenshot 2025-12-18 2340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761" y="0"/>
            <a:ext cx="665248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/>
        </p:nvSpPr>
        <p:spPr>
          <a:xfrm>
            <a:off x="2882550" y="1731750"/>
            <a:ext cx="33789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9300">
                <a:solidFill>
                  <a:schemeClr val="dk2"/>
                </a:solidFill>
              </a:rPr>
              <a:t>КРАЙ</a:t>
            </a:r>
            <a:endParaRPr sz="9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